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69ad497909428c" /><Relationship Type="http://schemas.openxmlformats.org/officeDocument/2006/relationships/extended-properties" Target="/docProps/app.xml" Id="R1f34634a916847eb" /><Relationship Type="http://schemas.openxmlformats.org/officeDocument/2006/relationships/officeDocument" Target="/ppt/presentation.xml" Id="R5f7d0ba417cb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cb131584c4bec"/>
  </p:sldMasterIdLst>
  <p:notesMasterIdLst>
    <p:notesMasterId xmlns:r="http://schemas.openxmlformats.org/officeDocument/2006/relationships" r:id="R0344b1be8b1348c9"/>
  </p:notesMasterIdLst>
  <p:sldIdLst>
    <p:sldId xmlns:r="http://schemas.openxmlformats.org/officeDocument/2006/relationships" id="256" r:id="R17a48dd0b1104017"/>
  </p:sldIdLst>
  <p:sldSz cx="2700004" cy="179999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fdf8a3f744a1d" /><Relationship Type="http://schemas.openxmlformats.org/officeDocument/2006/relationships/slideMaster" Target="/ppt/slideMasters/slideMaster1.xml" Id="Rb23cb131584c4bec" /><Relationship Type="http://schemas.openxmlformats.org/officeDocument/2006/relationships/notesMaster" Target="/ppt/notesMasters/notesMaster1.xml" Id="R0344b1be8b1348c9" /><Relationship Type="http://schemas.openxmlformats.org/officeDocument/2006/relationships/presProps" Target="/ppt/presProps.xml" Id="R2ad29c0475474a12" /><Relationship Type="http://schemas.openxmlformats.org/officeDocument/2006/relationships/tableStyles" Target="/ppt/tableStyles.xml" Id="R75a5b0f7d7a54920" /><Relationship Type="http://schemas.openxmlformats.org/officeDocument/2006/relationships/slide" Target="/ppt/slides/slide1.xml" Id="R17a48dd0b11040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64353bfcf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ae97301604ea9" /><Relationship Type="http://schemas.openxmlformats.org/officeDocument/2006/relationships/notesMaster" Target="/ppt/notesMasters/notesMaster1.xml" Id="R002ba5f5a456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ed36b67ae4b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d6d7c4f924f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9736c321243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f4b34c21b42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7568c01114e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86cb87297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CBBEDE-A2A9-4891-8009-C03057B03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0000" y="679998"/>
            <a:ext cx="2160003" cy="2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930D64-83E6-42BB-9F9D-2C4075068E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5001" y="989998"/>
            <a:ext cx="1890003" cy="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2B9264-0178-45C9-A7D1-B988B9F7C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0000" y="749998"/>
            <a:ext cx="2160003" cy="29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FF7F40-01B2-47F2-B3CF-BD07BB0EE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875" y="140000"/>
            <a:ext cx="2396254" cy="2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E04126-CA79-464C-A1D8-F932E5F5FA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875" y="499999"/>
            <a:ext cx="2396254" cy="111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8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85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53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2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88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55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23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90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D5C764-76F1-4CE3-B4EA-EA147AFEA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875" y="140000"/>
            <a:ext cx="2396254" cy="2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87EF1D-F597-4C56-8B0E-CAB4801B3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875" y="499999"/>
            <a:ext cx="1113752" cy="111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8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85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53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2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88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55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23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90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751B81-3F39-4286-9481-50B960C3EE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34377" y="499999"/>
            <a:ext cx="1113752" cy="111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8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85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53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2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88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55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23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90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987F16-DB12-4D03-AAFA-1CA1105D7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875" y="140000"/>
            <a:ext cx="2396254" cy="2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CCC334-3BAC-4B81-86FD-DFE36AC4F9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875" y="499999"/>
            <a:ext cx="1113752" cy="111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18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85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531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20625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88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55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231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90626" indent="-50625" algn="l">
              <a:lnSpc>
                <a:spcPct val="110000"/>
              </a:lnSpc>
              <a:spcBef>
                <a:spcPts val="0"/>
              </a:spcBef>
              <a:spcAft>
                <a:spcPts val="266"/>
              </a:spcAft>
              <a:buChar char="•"/>
              <a:defRPr sz="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fa8d885934872" /><Relationship Type="http://schemas.openxmlformats.org/officeDocument/2006/relationships/slideLayout" Target="/ppt/slideLayouts/slideLayout1.xml" Id="Ra106540e4fea415d" /><Relationship Type="http://schemas.openxmlformats.org/officeDocument/2006/relationships/slideLayout" Target="/ppt/slideLayouts/slideLayout2.xml" Id="Rab92891131d54b0e" /><Relationship Type="http://schemas.openxmlformats.org/officeDocument/2006/relationships/slideLayout" Target="/ppt/slideLayouts/slideLayout3.xml" Id="Rcde9c20c8edf484a" /><Relationship Type="http://schemas.openxmlformats.org/officeDocument/2006/relationships/slideLayout" Target="/ppt/slideLayouts/slideLayout4.xml" Id="R49766fbc14b04d86" /><Relationship Type="http://schemas.openxmlformats.org/officeDocument/2006/relationships/slideLayout" Target="/ppt/slideLayouts/slideLayout5.xml" Id="R1690d16eb73442f9" /><Relationship Type="http://schemas.openxmlformats.org/officeDocument/2006/relationships/slideLayout" Target="/ppt/slideLayouts/slideLayout6.xml" Id="Redd751d0277a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6540e4fea415d"/>
    <p:sldLayoutId xmlns:r="http://schemas.openxmlformats.org/officeDocument/2006/relationships" id="2147483650" r:id="Rab92891131d54b0e"/>
    <p:sldLayoutId xmlns:r="http://schemas.openxmlformats.org/officeDocument/2006/relationships" id="2147483651" r:id="Rcde9c20c8edf484a"/>
    <p:sldLayoutId xmlns:r="http://schemas.openxmlformats.org/officeDocument/2006/relationships" id="2147483652" r:id="R49766fbc14b04d86"/>
    <p:sldLayoutId xmlns:r="http://schemas.openxmlformats.org/officeDocument/2006/relationships" id="2147483653" r:id="R1690d16eb73442f9"/>
    <p:sldLayoutId xmlns:r="http://schemas.openxmlformats.org/officeDocument/2006/relationships" id="2147483654" r:id="Redd751d0277a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8d8ec564244e1" /><Relationship Type="http://schemas.openxmlformats.org/officeDocument/2006/relationships/image" Target="/ppt/media/image.png" Id="R79e15a7113424388" /><Relationship Type="http://schemas.openxmlformats.org/officeDocument/2006/relationships/image" Target="/ppt/media/image.svg" Id="R60b2fd76c7f445d3" /><Relationship Type="http://schemas.openxmlformats.org/officeDocument/2006/relationships/notesSlide" Target="/ppt/notesSlides/notesSlide1.xml" Id="R82474c0d046a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ditable YourBuildMart wordmark">
            <a:extLst xmlns:a="http://schemas.openxmlformats.org/drawingml/2006/main">
              <a:ext uri="{FF2B5EF4-FFF2-40B4-BE49-F238E27FC236}">
                <a16:creationId xmlns:a16="http://schemas.microsoft.com/office/drawing/2014/main" id="{6FD0B91E-C995-4D3D-A6F7-DE2BC8F7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262626"/>
                </a:solidFill>
                <a:latin typeface="Arial"/>
                <a:ea typeface="Arial"/>
                <a:cs typeface="Arial"/>
              </a:rPr>
              <a:t>YourBuildMart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A04BA-B19A-422B-92B1-71DE10E5A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15a7113424388">
            <a:extLst>
              <a:ext uri="{96DAC541-7B7A-43D3-8B79-37D633B846F1}">
                <asvg:svgBlip xmlns:asvg="http://schemas.microsoft.com/office/drawing/2016/SVG/main" r:embed="R60b2fd76c7f445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7072" y="742950"/>
            <a:ext cx="116586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Editable order number">
            <a:extLst xmlns:a="http://schemas.openxmlformats.org/drawingml/2006/main">
              <a:ext uri="{FF2B5EF4-FFF2-40B4-BE49-F238E27FC236}">
                <a16:creationId xmlns:a16="http://schemas.microsoft.com/office/drawing/2014/main" id="{9A19A45C-047D-482E-BA7A-6706DDF1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33475"/>
            <a:ext cx="231900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 SO-20261029-06403</a:t>
            </a:r>
          </a:p>
        </p:txBody>
      </p:sp>
      <p:sp>
        <p:nvSpPr>
          <p:cNvPr id="4" name="Editable sample customer ID">
            <a:extLst xmlns:a="http://schemas.openxmlformats.org/drawingml/2006/main">
              <a:ext uri="{FF2B5EF4-FFF2-40B4-BE49-F238E27FC236}">
                <a16:creationId xmlns:a16="http://schemas.microsoft.com/office/drawing/2014/main" id="{806AE88E-2929-4FCA-A210-181FBD3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95400"/>
            <a:ext cx="2319004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 ID: CUST-001</a:t>
            </a:r>
          </a:p>
        </p:txBody>
      </p:sp>
    </p:spTree>
    <p:extLst>
      <p:ext uri="{BB962C8B-B14F-4D97-AF65-F5344CB8AC3E}">
        <p14:creationId xmlns:p14="http://schemas.microsoft.com/office/powerpoint/2010/main" val="717236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2026-10-30T07:07:21.2290000Z</dcterms:created>
  <dcterms:modified xsi:type="dcterms:W3CDTF">2026-10-30T07:07:21.2290000Z</dcterms:modified>
</coreProperties>
</file>